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
<Relationship Id="rId1" Type="http://schemas.openxmlformats.org/officeDocument/2006/relationships/officeDocument" Target="ppt/presentation.xml"/>
<Relationship Id="rId2" Type="http://schemas.openxmlformats.org/package/2006/relationships/metadata/core-properties" Target="docProps/core.xml"/>
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6858000" type="screen4x3"/>
  <p:notesSz cx="6858000" cy="9144000"/>
</p:presentation>
</file>

<file path=ppt/_rels/presentation.xml.rels><?xml version="1.0" encoding="UTF-8" standalone="yes"?>
<Relationships xmlns="http://schemas.openxmlformats.org/package/2006/relationships">
    <Relationship Id="rId1" Type="http://schemas.openxmlformats.org/officeDocument/2006/relationships/slideMaster" Target="slideMasters/slideMaster1.xml"/>
    <Relationship Id="rId2" Type="http://schemas.openxmlformats.org/officeDocument/2006/relationships/theme" Target="theme/theme1.xml"/>
    <Relationship Id="rId3" Type="http://schemas.openxmlformats.org/officeDocument/2006/relationships/slide" Target="slides/slide1.xml"/>
    <Relationship Id="rId4" Type="http://schemas.openxmlformats.org/officeDocument/2006/relationships/slide" Target="slides/slide2.xml"/>
    <Relationship Id="rId5" Type="http://schemas.openxmlformats.org/officeDocument/2006/relationships/slide" Target="slides/slide3.xml"/>
    <Relationship Id="rId6" Type="http://schemas.openxmlformats.org/officeDocument/2006/relationships/slide" Target="slides/slide4.xml"/>
    <Relationship Id="rId7" Type="http://schemas.openxmlformats.org/officeDocument/2006/relationships/slide" Target="slides/slide5.xml"/>
    <Relationship Id="rId8" Type="http://schemas.openxmlformats.org/officeDocument/2006/relationships/slide" Target="slides/slide6.xml"/>
    <Relationship Id="rId9" Type="http://schemas.openxmlformats.org/officeDocument/2006/relationships/slide" Target="slides/slide7.xml"/>
    <Relationship Id="rId10" Type="http://schemas.openxmlformats.org/officeDocument/2006/relationships/slide" Target="slides/slide8.xml"/>
    <Relationship Id="rId11" Type="http://schemas.openxmlformats.org/officeDocument/2006/relationships/slide" Target="slides/slide9.xml"/>
    <Relationship Id="rId12" Type="http://schemas.openxmlformats.org/officeDocument/2006/relationships/slide" Target="slides/slide10.xml"/>
</Relationships>
</file>

<file path=ppt/slideLayouts/_rels/slideLayout1.xml.rels><?xml version="1.0" encoding="UTF-8" standalone="yes"?>
<Relationships xmlns="http://schemas.openxmlformats.org/package/2006/relationships">
  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2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3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4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5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6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7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8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9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10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3200"/>
            <a:ext cx="8230200" cy="1371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ctr"/>
            <a:r>
              <a:rPr lang="en-US" sz="5400" b="1" i="0" dirty="0">
                <a:solidFill>
                  <a:srgbClr val="1F497D"/>
                </a:solidFill>
              </a:rPr>
              <a:t>PPTX-RS Element Showcase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800" b="1" i="0" dirty="0">
                <a:solidFill>
                  <a:srgbClr val="C0504D"/>
                </a:solidFill>
              </a:rPr>
              <a:t>Section: Slide Layouts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1" dirty="0" u="sng">
                <a:solidFill>
                  <a:srgbClr val="1F497D"/>
                </a:solidFill>
              </a:rPr>
              <a:t>Text Formatting Options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/>
            <a:r>
              <a:rPr lang="en-US" sz="2800" b="1" i="1" dirty="0" u="sng">
                <a:solidFill>
                  <a:srgbClr val="4F81BD"/>
                </a:solidFill>
              </a:rPr>
              <a:t>Normal text (default)</a:t>
            </a:r>
          </a:p>
          <a:p>
            <a:pPr lvl="0"/>
            <a:r>
              <a:rPr lang="en-US" sz="2800" b="1" i="1" dirty="0" u="sng">
                <a:solidFill>
                  <a:srgbClr val="4F81BD"/>
                </a:solidFill>
              </a:rPr>
              <a:t>Bold content text</a:t>
            </a:r>
          </a:p>
          <a:p>
            <a:pPr lvl="0"/>
            <a:r>
              <a:rPr lang="en-US" sz="2800" b="1" i="1" dirty="0" u="sng">
                <a:solidFill>
                  <a:srgbClr val="4F81BD"/>
                </a:solidFill>
              </a:rPr>
              <a:t>Italic content text</a:t>
            </a:r>
          </a:p>
          <a:p>
            <a:pPr lvl="0"/>
            <a:r>
              <a:rPr lang="en-US" sz="2800" b="1" i="1" dirty="0" u="sng">
                <a:solidFill>
                  <a:srgbClr val="4F81BD"/>
                </a:solidFill>
              </a:rPr>
              <a:t>Underlined content</a:t>
            </a:r>
          </a:p>
          <a:p>
            <a:pPr lvl="0"/>
            <a:r>
              <a:rPr lang="en-US" sz="2800" b="1" i="1" dirty="0" u="sng">
                <a:solidFill>
                  <a:srgbClr val="4F81BD"/>
                </a:solidFill>
              </a:rPr>
              <a:t>Custom font size (28pt)</a:t>
            </a:r>
          </a:p>
          <a:p>
            <a:pPr lvl="0"/>
            <a:r>
              <a:rPr lang="en-US" sz="2800" b="1" i="1" dirty="0" u="sng">
                <a:solidFill>
                  <a:srgbClr val="4F81BD"/>
                </a:solidFill>
              </a:rPr>
              <a:t>Custom color (#4F81BD)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9144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Key Highlights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189200"/>
            <a:ext cx="8230200" cy="56688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/>
            <a:r>
              <a:rPr lang="en-US" sz="3200" b="1" i="0" dirty="0"/>
              <a:t>Large content area for emphasis</a:t>
            </a:r>
          </a:p>
          <a:p>
            <a:pPr lvl="0"/>
            <a:r>
              <a:rPr lang="en-US" sz="3200" b="1" i="0" dirty="0"/>
              <a:t>Perfect for key messages</a:t>
            </a:r>
          </a:p>
          <a:p>
            <a:pPr lvl="0"/>
            <a:r>
              <a:rPr lang="en-US" sz="3200" b="1" i="0" dirty="0"/>
              <a:t>Smaller title, bigger content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9144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Two Column Comparison</a:t>
            </a:r>
          </a:p>
        </p:txBody>
      </p:sp>
      <p:sp>
        <p:nvSpPr>
          <p:cNvPr id="3" name="Left Content"/>
          <p:cNvSpPr txBox="1"/>
          <p:nvPr/>
        </p:nvSpPr>
        <p:spPr>
          <a:xfrm>
            <a:off x="457200" y="1189200"/>
            <a:ext cx="4115100" cy="56688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/>
            <a:r>
              <a:rPr lang="en-US" sz="2400" b="0" i="0" dirty="0"/>
              <a:t>Left Column Item 1</a:t>
            </a:r>
          </a:p>
          <a:p>
            <a:pPr lvl="0"/>
            <a:r>
              <a:rPr lang="en-US" sz="2400" b="0" i="0" dirty="0"/>
              <a:t>Left Column Item 2</a:t>
            </a:r>
          </a:p>
          <a:p>
            <a:pPr lvl="0"/>
            <a:r>
              <a:rPr lang="en-US" sz="2400" b="0" i="0" dirty="0"/>
              <a:t>Left Column Item 3</a:t>
            </a:r>
          </a:p>
        </p:txBody>
      </p:sp>
      <p:sp>
        <p:nvSpPr>
          <p:cNvPr id="4" name="Right Content"/>
          <p:cNvSpPr txBox="1"/>
          <p:nvPr/>
        </p:nvSpPr>
        <p:spPr>
          <a:xfrm>
            <a:off x="4572300" y="1189200"/>
            <a:ext cx="4115100" cy="56688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/>
            <a:r>
              <a:rPr lang="en-US" sz="2400" b="0" i="0" dirty="0"/>
              <a:t>Right Column Item 1</a:t>
            </a:r>
          </a:p>
          <a:p>
            <a:pPr lvl="0"/>
            <a:r>
              <a:rPr lang="en-US" sz="2400" b="0" i="0" dirty="0"/>
              <a:t>Right Column Item 2</a:t>
            </a:r>
          </a:p>
          <a:p>
            <a:pPr lvl="0"/>
            <a:r>
              <a:rPr lang="en-US" sz="2400" b="0" i="0" dirty="0"/>
              <a:t>Right Column Item 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Table with Cell Styling</a:t>
            </a:r>
          </a:p>
        </p:txBody>
      </p:sp>
      <p:graphicFrame>
        <p:nvGraphicFramePr>
          <p:cNvPr id="3" name="Table 3"/>
          <p:cNvGraphicFramePr/>
          <p:nvPr/>
        </p:nvGraphicFramePr>
        <p:xfrm>
          <a:off x="500000" y="1800000"/>
          <a:ext cx="4500000" cy="1600000"/>
        </p:xfrm>
        <a:graphic>
          <a:graphicData uri="http://schemas.openxmlformats.org/drawingml/2006/table">
            <a:tbl>
              <a:tblPr firstRow="1" bandHVals="1"/>
              <a:tblGrid>
                <a:gridCol w="1500000"/>
                <a:gridCol w="1500000"/>
                <a:gridCol w="1500000"/>
              </a:tblGrid>
              <a:tr h="400000">
                <a:tc>
                  <a:tcPr marL="91440" marR="91440" marT="45720" marB="45720" anchor="ctr" anchorCtr="0">
                    <a:solidFill>
                      <a:srgbClr val="1F497D"/>
                    </a:solidFill>
                  </a:tcPr>
                  <a:txBody>
                    <a:bodyPr rot="0" vert="horz" anchor="ctr" anchorCtr="0" wrap="square"/>
                    <a:lstStyle/>
                    <a:p>
                      <a:pPr algn="ctr"/>
                      <a:r>
                        <a:rPr lang="en-US" sz="2000" b="1" i="0"/>
                        <a:t>Header 1</a:t>
                      </a:r>
                    </a:p>
                  </a:txBody>
                </a:tc>
                <a:tc>
                  <a:tcPr marL="91440" marR="91440" marT="45720" marB="45720" anchor="ctr" anchorCtr="0">
                    <a:solidFill>
                      <a:srgbClr val="4F81BD"/>
                    </a:solidFill>
                  </a:tcPr>
                  <a:txBody>
                    <a:bodyPr rot="0" vert="horz" anchor="ctr" anchorCtr="0" wrap="square"/>
                    <a:lstStyle/>
                    <a:p>
                      <a:pPr algn="ctr"/>
                      <a:r>
                        <a:rPr lang="en-US" sz="2000" b="1" i="0"/>
                        <a:t>Header 2</a:t>
                      </a:r>
                    </a:p>
                  </a:txBody>
                </a:tc>
                <a:tc>
                  <a:tcPr marL="91440" marR="91440" marT="45720" marB="45720" anchor="ctr" anchorCtr="0">
                    <a:solidFill>
                      <a:srgbClr val="8064A2"/>
                    </a:solidFill>
                  </a:tcPr>
                  <a:txBody>
                    <a:bodyPr rot="0" vert="horz" anchor="ctr" anchorCtr="0" wrap="square"/>
                    <a:lstStyle/>
                    <a:p>
                      <a:pPr algn="ctr"/>
                      <a:r>
                        <a:rPr lang="en-US" sz="2000" b="1" i="0"/>
                        <a:t>Header 3</a:t>
                      </a:r>
                    </a:p>
                  </a:txBody>
                </a:tc>
              </a:tr>
              <a:tr h="400000">
                <a:tc>
                  <a:tcPr marL="91440" marR="91440" marT="45720" marB="45720" anchor="ctr" anchorCtr="0">
                    <a:solidFill>
                      <a:srgbClr val="F2F2F2"/>
                    </a:solidFill>
                  </a:tcPr>
                  <a:txBody>
                    <a:bodyPr rot="0" vert="horz" anchor="ctr" anchorCtr="0" wrap="square"/>
                    <a:lstStyle/>
                    <a:p>
                      <a:pPr algn="ctr"/>
                      <a:r>
                        <a:rPr lang="en-US" sz="2000" b="1" i="0"/>
                        <a:t>Bold Cell</a:t>
                      </a:r>
                    </a:p>
                  </a:txBody>
                </a:tc>
                <a:tc>
                  <a:tcPr marL="91440" marR="91440" marT="45720" marB="45720" anchor="ctr" anchorCtr="0">
                    <a:solidFill>
                      <a:srgbClr val="F2F2F2"/>
                    </a:solidFill>
                  </a:tcPr>
                  <a:txBody>
                    <a:bodyPr rot="0" vert="horz" anchor="ctr" anchorCtr="0" wrap="square"/>
                    <a:lstStyle/>
                    <a:p>
                      <a:pPr algn="ctr"/>
                      <a:r>
                        <a:rPr lang="en-US" sz="2000" b="0" i="0"/>
                        <a:t>Normal Cell</a:t>
                      </a:r>
                    </a:p>
                  </a:txBody>
                </a:tc>
                <a:tc>
                  <a:tcPr marL="91440" marR="91440" marT="45720" marB="45720" anchor="ctr" anchorCtr="0">
                    <a:solidFill>
                      <a:srgbClr val="9BBB59"/>
                    </a:solidFill>
                  </a:tcPr>
                  <a:txBody>
                    <a:bodyPr rot="0" vert="horz" anchor="ctr" anchorCtr="0" wrap="square"/>
                    <a:lstStyle/>
                    <a:p>
                      <a:pPr algn="ctr"/>
                      <a:r>
                        <a:rPr lang="en-US" sz="2000" b="0" i="0"/>
                        <a:t>Colored</a:t>
                      </a:r>
                    </a:p>
                  </a:txBody>
                </a:tc>
              </a:tr>
              <a:tr h="400000">
                <a:tc>
                  <a:tcPr marL="91440" marR="91440" marT="45720" marB="45720" anchor="ctr" anchorCtr="0">
                    <a:solidFill>
                      <a:srgbClr val="C0504D"/>
                    </a:solidFill>
                  </a:tcPr>
                  <a:txBody>
                    <a:bodyPr rot="0" vert="horz" anchor="ctr" anchorCtr="0" wrap="square"/>
                    <a:lstStyle/>
                    <a:p>
                      <a:pPr algn="ctr"/>
                      <a:r>
                        <a:rPr lang="en-US" sz="2000" b="0" i="0"/>
                        <a:t>Red BG</a:t>
                      </a:r>
                    </a:p>
                  </a:txBody>
                </a:tc>
                <a:tc>
                  <a:tcPr marL="91440" marR="91440" marT="45720" marB="45720" anchor="ctr" anchorCtr="0">
                    <a:solidFill>
                      <a:srgbClr val="9BBB59"/>
                    </a:solidFill>
                  </a:tcPr>
                  <a:txBody>
                    <a:bodyPr rot="0" vert="horz" anchor="ctr" anchorCtr="0" wrap="square"/>
                    <a:lstStyle/>
                    <a:p>
                      <a:pPr algn="ctr"/>
                      <a:r>
                        <a:rPr lang="en-US" sz="2000" b="0" i="0"/>
                        <a:t>Green BG</a:t>
                      </a:r>
                    </a:p>
                  </a:txBody>
                </a:tc>
                <a:tc>
                  <a:tcPr marL="91440" marR="91440" marT="45720" marB="45720" anchor="ctr" anchorCtr="0">
                    <a:solidFill>
                      <a:srgbClr val="4F81BD"/>
                    </a:solidFill>
                  </a:tcPr>
                  <a:txBody>
                    <a:bodyPr rot="0" vert="horz" anchor="ctr" anchorCtr="0" wrap="square"/>
                    <a:lstStyle/>
                    <a:p>
                      <a:pPr algn="ctr"/>
                      <a:r>
                        <a:rPr lang="en-US" sz="2000" b="0" i="0"/>
                        <a:t>Blue BG</a:t>
                      </a:r>
                    </a:p>
                  </a:txBody>
                </a:tc>
              </a:tr>
              <a:tr h="400000">
                <a:tc>
                  <a:tcPr marL="91440" marR="91440" marT="45720" marB="45720" anchor="ctr" anchorCtr="0">
                    <a:solidFill>
                      <a:srgbClr val="F2F2F2"/>
                    </a:solidFill>
                  </a:tcPr>
                  <a:txBody>
                    <a:bodyPr rot="0" vert="horz" anchor="ctr" anchorCtr="0" wrap="square"/>
                    <a:lstStyle/>
                    <a:p>
                      <a:pPr algn="ctr"/>
                      <a:r>
                        <a:rPr lang="en-US" sz="2000" b="0" i="0"/>
                        <a:t>Row 3 Col 1</a:t>
                      </a:r>
                    </a:p>
                  </a:txBody>
                </a:tc>
                <a:tc>
                  <a:tcPr marL="91440" marR="91440" marT="45720" marB="45720" anchor="ctr" anchorCtr="0">
                    <a:solidFill>
                      <a:srgbClr val="F2F2F2"/>
                    </a:solidFill>
                  </a:tcPr>
                  <a:txBody>
                    <a:bodyPr rot="0" vert="horz" anchor="ctr" anchorCtr="0" wrap="square"/>
                    <a:lstStyle/>
                    <a:p>
                      <a:pPr algn="ctr"/>
                      <a:r>
                        <a:rPr lang="en-US" sz="2000" b="0" i="0"/>
                        <a:t>Row 3 Col 2</a:t>
                      </a:r>
                    </a:p>
                  </a:txBody>
                </a:tc>
                <a:tc>
                  <a:tcPr marL="91440" marR="91440" marT="45720" marB="45720" anchor="ctr" anchorCtr="0">
                    <a:solidFill>
                      <a:srgbClr val="F79646"/>
                    </a:solidFill>
                  </a:tcPr>
                  <a:txBody>
                    <a:bodyPr rot="0" vert="horz" anchor="ctr" anchorCtr="0" wrap="square"/>
                    <a:lstStyle/>
                    <a:p>
                      <a:pPr algn="ctr"/>
                      <a:r>
                        <a:rPr lang="en-US" sz="2000" b="1" i="0"/>
                        <a:t>Row 3 Col 3</a:t>
                      </a:r>
                    </a:p>
                  </a:txBody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Chart Types: Bar, Line, Pie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/>
            <a:r>
              <a:rPr lang="en-US" sz="2400" b="0" i="0" dirty="0"/>
              <a:t>Bar Chart: Compare categories</a:t>
            </a:r>
          </a:p>
          <a:p>
            <a:pPr lvl="0"/>
            <a:r>
              <a:rPr lang="en-US" sz="2400" b="0" i="0" dirty="0"/>
              <a:t>Line Chart: Show trends over time</a:t>
            </a:r>
          </a:p>
          <a:p>
            <a:pPr lvl="0"/>
            <a:r>
              <a:rPr lang="en-US" sz="2400" b="0" i="0" dirty="0"/>
              <a:t>Pie Chart: Show proportions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Shape Types with Color Fills</a:t>
            </a:r>
          </a:p>
        </p:txBody>
      </p:sp>
      <p:sp>
        <p:nvSpPr>
          <p:cNvPr id="10" name="Shape 10"/>
          <p:cNvSpPr/>
          <p:nvPr/>
        </p:nvSpPr>
        <p:spPr>
          <a:xfrm>
            <a:off x="500000" y="1600000"/>
            <a:ext cx="2000000" cy="1000000"/>
          </a:xfrm>
          <a:prstGeom prst="rect">
            <a:avLst/>
          </a:prstGeom>
          <a:solidFill>
            <a:srgbClr val="4F81BD"/>
          </a:solidFill>
        </p:spPr>
        <p:txBody>
          <a:bodyPr wrap="square" rtlCol="0" anchor="ctr"/>
          <a:lstStyle/>
          <a:p>
            <a:pPr algn="ctr"/>
            <a:r>
              <a:rPr lang="en-US" sz="1800" dirty="0"/>
              <a:t>Rectangle</a:t>
            </a:r>
          </a:p>
        </p:txBody>
      </p:sp>
      <p:sp>
        <p:nvSpPr>
          <p:cNvPr id="11" name="Shape 11"/>
          <p:cNvSpPr/>
          <p:nvPr/>
        </p:nvSpPr>
        <p:spPr>
          <a:xfrm>
            <a:off x="3000000" y="1600000"/>
            <a:ext cx="2000000" cy="1000000"/>
          </a:xfrm>
          <a:prstGeom prst="ellipse">
            <a:avLst/>
          </a:prstGeom>
          <a:solidFill>
            <a:srgbClr val="9BBB59"/>
          </a:solidFill>
        </p:spPr>
        <p:txBody>
          <a:bodyPr wrap="square" rtlCol="0" anchor="ctr"/>
          <a:lstStyle/>
          <a:p>
            <a:pPr algn="ctr"/>
            <a:r>
              <a:rPr lang="en-US" sz="1800" dirty="0"/>
              <a:t>Ellipse</a:t>
            </a:r>
          </a:p>
        </p:txBody>
      </p:sp>
      <p:sp>
        <p:nvSpPr>
          <p:cNvPr id="12" name="Shape 12"/>
          <p:cNvSpPr/>
          <p:nvPr/>
        </p:nvSpPr>
        <p:spPr>
          <a:xfrm>
            <a:off x="5500000" y="1600000"/>
            <a:ext cx="2000000" cy="1000000"/>
          </a:xfrm>
          <a:prstGeom prst="roundRect">
            <a:avLst/>
          </a:prstGeom>
          <a:solidFill>
            <a:srgbClr val="C0504D"/>
          </a:solidFill>
        </p:spPr>
        <p:txBody>
          <a:bodyPr wrap="square" rtlCol="0" anchor="ctr"/>
          <a:lstStyle/>
          <a:p>
            <a:pPr algn="ctr"/>
            <a:r>
              <a:rPr lang="en-US" sz="1800" dirty="0"/>
              <a:t>Rounded</a:t>
            </a:r>
          </a:p>
        </p:txBody>
      </p:sp>
      <p:sp>
        <p:nvSpPr>
          <p:cNvPr id="13" name="Shape 13"/>
          <p:cNvSpPr/>
          <p:nvPr/>
        </p:nvSpPr>
        <p:spPr>
          <a:xfrm>
            <a:off x="1500000" y="3000000"/>
            <a:ext cx="1500000" cy="1200000"/>
          </a:xfrm>
          <a:prstGeom prst="triangle">
            <a:avLst/>
          </a:prstGeom>
          <a:solidFill>
            <a:srgbClr val="8064A2"/>
          </a:solidFill>
        </p:spPr>
        <p:txBody>
          <a:bodyPr wrap="square" rtlCol="0" anchor="ctr"/>
          <a:lstStyle/>
          <a:p>
            <a:pPr algn="ctr"/>
            <a:r>
              <a:rPr lang="en-US" sz="1800" dirty="0"/>
              <a:t>Triangle</a:t>
            </a:r>
          </a:p>
        </p:txBody>
      </p:sp>
      <p:sp>
        <p:nvSpPr>
          <p:cNvPr id="14" name="Shape 14"/>
          <p:cNvSpPr/>
          <p:nvPr/>
        </p:nvSpPr>
        <p:spPr>
          <a:xfrm>
            <a:off x="4000000" y="3000000"/>
            <a:ext cx="1500000" cy="1200000"/>
          </a:xfrm>
          <a:prstGeom prst="diamond">
            <a:avLst/>
          </a:prstGeom>
          <a:solidFill>
            <a:srgbClr val="F79646"/>
          </a:solidFill>
        </p:spPr>
        <p:txBody>
          <a:bodyPr wrap="square" rtlCol="0" anchor="ctr"/>
          <a:lstStyle/>
          <a:p>
            <a:pPr algn="ctr"/>
            <a:r>
              <a:rPr lang="en-US" sz="1800" dirty="0"/>
              <a:t>Diamond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Image Placeholders</a:t>
            </a:r>
          </a:p>
        </p:txBody>
      </p:sp>
      <p:sp>
        <p:nvSpPr>
          <p:cNvPr id="20" name="Image Placeholder: logo.png"/>
          <p:cNvSpPr/>
          <p:nvPr/>
        </p:nvSpPr>
        <p:spPr>
          <a:xfrm>
            <a:off x="500000" y="1600000"/>
            <a:ext cx="2500000" cy="1800000"/>
          </a:xfrm>
          <a:prstGeom prst="rect">
            <a:avLst/>
          </a:prstGeom>
          <a:solidFill>
            <a:srgbClr val="E0E0E0"/>
          </a:solidFill>
          <a:ln w="12700">
            <a:solidFill>
              <a:srgbClr val="808080"/>
            </a:solidFill>
          </a:ln>
        </p:spPr>
        <p:txBody>
          <a:bodyPr wrap="square" rtlCol="0" anchor="ctr"/>
          <a:lstStyle/>
          <a:p>
            <a:pPr algn="ctr"/>
            <a:r>
              <a:rPr lang="en-US" sz="1400"/>
              <a:t>📷 logo.png</a:t>
            </a:r>
          </a:p>
        </p:txBody>
      </p:sp>
      <p:sp>
        <p:nvSpPr>
          <p:cNvPr id="21" name="Image Placeholder: photo.jpg"/>
          <p:cNvSpPr/>
          <p:nvPr/>
        </p:nvSpPr>
        <p:spPr>
          <a:xfrm>
            <a:off x="3500000" y="1600000"/>
            <a:ext cx="2500000" cy="1800000"/>
          </a:xfrm>
          <a:prstGeom prst="rect">
            <a:avLst/>
          </a:prstGeom>
          <a:solidFill>
            <a:srgbClr val="E0E0E0"/>
          </a:solidFill>
          <a:ln w="12700">
            <a:solidFill>
              <a:srgbClr val="808080"/>
            </a:solidFill>
          </a:ln>
        </p:spPr>
        <p:txBody>
          <a:bodyPr wrap="square" rtlCol="0" anchor="ctr"/>
          <a:lstStyle/>
          <a:p>
            <a:pPr algn="ctr"/>
            <a:r>
              <a:rPr lang="en-US" sz="1400"/>
              <a:t>📷 photo.jpg</a:t>
            </a:r>
          </a:p>
        </p:txBody>
      </p:sp>
      <p:sp>
        <p:nvSpPr>
          <p:cNvPr id="22" name="Image Placeholder: diagram.png"/>
          <p:cNvSpPr/>
          <p:nvPr/>
        </p:nvSpPr>
        <p:spPr>
          <a:xfrm>
            <a:off x="6500000" y="1600000"/>
            <a:ext cx="2000000" cy="1800000"/>
          </a:xfrm>
          <a:prstGeom prst="rect">
            <a:avLst/>
          </a:prstGeom>
          <a:solidFill>
            <a:srgbClr val="E0E0E0"/>
          </a:solidFill>
          <a:ln w="12700">
            <a:solidFill>
              <a:srgbClr val="808080"/>
            </a:solidFill>
          </a:ln>
        </p:spPr>
        <p:txBody>
          <a:bodyPr wrap="square" rtlCol="0" anchor="ctr"/>
          <a:lstStyle/>
          <a:p>
            <a:pPr algn="ctr"/>
            <a:r>
              <a:rPr lang="en-US" sz="1400"/>
              <a:t>📷 diagram.png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pptx-rs</Application>
  <PresentationFormat>On-screen Show (4:3)</PresentationFormat>
  <Paragraphs>0</Paragraphs>
  <Slides>10</Slides>
  <Notes>0</Notes>
  <HiddenSlides>0</HiddenSlides>
  <MMClips>0</MMClips>
  <ScaleCrop>false</ScaleCrop>
  <LinksUpToDate>false</LinksUpToDate>
  <SharedDoc>false</SharedDoc>
  <HyperlinksChanged>false</HyperlinksChanged>
  <AppVersion>1.0000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PPTX-RS Element Showcase</dc:title>
  <dc:creator>pptx-rs</dc:creator>
  <cp:lastModifiedBy>pptx-rs</cp:lastModifiedBy>
  <cp:revision>1</cp:revision>
  <dcterms:created xsi:type="dcterms:W3CDTF">2025-11-27T13:09:01Z</dcterms:created>
  <dcterms:modified xsi:type="dcterms:W3CDTF">2025-11-27T13:09:01Z</dcterms:modified>
</cp:coreProperties>
</file>