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CenteredTitle - Cover slides</a:t>
            </a:r>
          </a:p>
          <a:p>
            <a:pPr lvl="0"/>
            <a:r>
              <a:rPr lang="en-US" sz="2800" b="0" i="0"/>
              <a:t>TitleOnly - Section headers</a:t>
            </a:r>
          </a:p>
          <a:p>
            <a:pPr lvl="0"/>
            <a:r>
              <a:rPr lang="en-US" sz="2800" b="0" i="0"/>
              <a:t>TitleAndContent - Standard slides</a:t>
            </a:r>
          </a:p>
          <a:p>
            <a:pPr lvl="0"/>
            <a:r>
              <a:rPr lang="en-US" sz="2800" b="0" i="0"/>
              <a:t>TitleAndBigContent - More content space</a:t>
            </a:r>
          </a:p>
          <a:p>
            <a:pPr lvl="0"/>
            <a:r>
              <a:rPr lang="en-US" sz="2800" b="0" i="0"/>
              <a:t>TwoColumn - Side-by-side comparison</a:t>
            </a:r>
          </a:p>
          <a:p>
            <a:pPr lvl="0"/>
            <a:r>
              <a:rPr lang="en-US" sz="2800" b="0" i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Left: Feature A</a:t>
            </a:r>
          </a:p>
          <a:p>
            <a:pPr lvl="0"/>
            <a:r>
              <a:rPr lang="en-US" sz="2800" b="0" i="0"/>
              <a:t>Left: Feature B</a:t>
            </a:r>
          </a:p>
          <a:p>
            <a:pPr lvl="0"/>
            <a:r>
              <a:rPr lang="en-US" sz="2800" b="0" i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Right: Benefit A</a:t>
            </a:r>
          </a:p>
          <a:p>
            <a:pPr lvl="0"/>
            <a:r>
              <a:rPr lang="en-US" sz="2800" b="0" i="0"/>
              <a:t>Right: Benefit B</a:t>
            </a:r>
          </a:p>
          <a:p>
            <a:pPr lvl="0"/>
            <a:r>
              <a:rPr lang="en-US" sz="2800" b="0" i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Primary: #1F497D (Blue)</a:t>
            </a:r>
          </a:p>
          <a:p>
            <a:pPr lvl="0"/>
            <a:r>
              <a:rPr lang="en-US" sz="2800" b="0" i="0"/>
              <a:t>Accent 1: #4F81BD (Light Blue)</a:t>
            </a:r>
          </a:p>
          <a:p>
            <a:pPr lvl="0"/>
            <a:r>
              <a:rPr lang="en-US" sz="2800" b="0" i="0"/>
              <a:t>Accent 2: #C0504D (Red)</a:t>
            </a:r>
          </a:p>
          <a:p>
            <a:pPr lvl="0"/>
            <a:r>
              <a:rPr lang="en-US" sz="2800" b="0" i="0"/>
              <a:t>Accent 3: #9BBB59 (Green)</a:t>
            </a:r>
          </a:p>
          <a:p>
            <a:pPr lvl="0"/>
            <a:r>
              <a:rPr lang="en-US" sz="2800" b="0" i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Widget A: 1,500 units @ $29.99</a:t>
            </a:r>
          </a:p>
          <a:p>
            <a:pPr lvl="0"/>
            <a:r>
              <a:rPr lang="en-US" sz="2800" b="0" i="0"/>
              <a:t>Widget B: 2,300 units @ $19.99</a:t>
            </a:r>
          </a:p>
          <a:p>
            <a:pPr lvl="0"/>
            <a:r>
              <a:rPr lang="en-US" sz="2800" b="0" i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North: Strong Q2 growth (+15%)</a:t>
            </a:r>
          </a:p>
          <a:p>
            <a:pPr lvl="0"/>
            <a:r>
              <a:rPr lang="en-US" sz="2800" b="0" i="0"/>
              <a:t>East: Highest performer</a:t>
            </a:r>
          </a:p>
          <a:p>
            <a:pPr lvl="0"/>
            <a:r>
              <a:rPr lang="en-US" sz="2800" b="0" i="0"/>
              <a:t>South: Steady improvement</a:t>
            </a:r>
          </a:p>
          <a:p>
            <a:pPr lvl="0"/>
            <a:r>
              <a:rPr lang="en-US" sz="2800" b="0" i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6-month upward trend</a:t>
            </a:r>
          </a:p>
          <a:p>
            <a:pPr lvl="0"/>
            <a:r>
              <a:rPr lang="en-US" sz="2800" b="0" i="0"/>
              <a:t>Exceeded targets in May-Jun</a:t>
            </a:r>
          </a:p>
          <a:p>
            <a:pPr lvl="0"/>
            <a:r>
              <a:rPr lang="en-US" sz="2800" b="0" i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 leads with 35%</a:t>
            </a:r>
          </a:p>
          <a:p>
            <a:pPr lvl="0"/>
            <a:r>
              <a:rPr lang="en-US" sz="2800" b="0" i="0"/>
              <a:t>Products B &amp; C tied at 25%</a:t>
            </a:r>
          </a:p>
          <a:p>
            <a:pPr lvl="0"/>
            <a:r>
              <a:rPr lang="en-US" sz="2800" b="0" i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PNG, JPG, GIF, BMP, TIFF formats</a:t>
            </a:r>
          </a:p>
          <a:p>
            <a:pPr lvl="0"/>
            <a:r>
              <a:rPr lang="en-US" sz="2800" b="0" i="0"/>
              <a:t>Custom positioning (x, y)</a:t>
            </a:r>
          </a:p>
          <a:p>
            <a:pPr lvl="0"/>
            <a:r>
              <a:rPr lang="en-US" sz="2800" b="0" i="0"/>
              <a:t>Flexible sizing (width, height)</a:t>
            </a:r>
          </a:p>
          <a:p>
            <a:pPr lvl="0"/>
            <a:r>
              <a:rPr lang="en-US" sz="2800" b="0" i="0"/>
              <a:t>Scale to width/height</a:t>
            </a:r>
          </a:p>
          <a:p>
            <a:pPr lvl="0"/>
            <a:r>
              <a:rPr lang="en-US" sz="2800" b="0" i="0"/>
              <a:t>Aspect ratio preservation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Rectangle, Circle, Triangle</a:t>
            </a:r>
          </a:p>
          <a:p>
            <a:pPr lvl="0"/>
            <a:r>
              <a:rPr lang="en-US" sz="2800" b="0" i="0"/>
              <a:t>Diamond, Arrow, Star, Hexagon</a:t>
            </a:r>
          </a:p>
          <a:p>
            <a:pPr lvl="0"/>
            <a:r>
              <a:rPr lang="en-US" sz="2800" b="0" i="0"/>
              <a:t>Solid color fills with transparency</a:t>
            </a:r>
          </a:p>
          <a:p>
            <a:pPr lvl="0"/>
            <a:r>
              <a:rPr lang="en-US" sz="2800" b="0" i="0"/>
              <a:t>Border/line styling</a:t>
            </a:r>
          </a:p>
          <a:p>
            <a:pPr lvl="0"/>
            <a:r>
              <a:rPr lang="en-US" sz="2800" b="0" i="0"/>
              <a:t>Text inside shapes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/>
              <a:t>✓ 6 Slide Layouts</a:t>
            </a:r>
          </a:p>
          <a:p>
            <a:pPr lvl="0"/>
            <a:r>
              <a:rPr lang="en-US" sz="2800" b="1" i="0"/>
              <a:t>✓ Rich Text Formatting</a:t>
            </a:r>
          </a:p>
          <a:p>
            <a:pPr lvl="0"/>
            <a:r>
              <a:rPr lang="en-US" sz="2800" b="1" i="0"/>
              <a:t>✓ Tables with Styling</a:t>
            </a:r>
          </a:p>
          <a:p>
            <a:pPr lvl="0"/>
            <a:r>
              <a:rPr lang="en-US" sz="2800" b="1" i="0"/>
              <a:t>✓ Charts (Bar, Line, Pie)</a:t>
            </a:r>
          </a:p>
          <a:p>
            <a:pPr lvl="0"/>
            <a:r>
              <a:rPr lang="en-US" sz="2800" b="1" i="0"/>
              <a:t>✓ Image Embedding</a:t>
            </a:r>
          </a:p>
          <a:p>
            <a:pPr lvl="0"/>
            <a:r>
              <a:rPr lang="en-US" sz="2800" b="1" i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2025-11-27T07:00:18Z</dcterms:created>
  <dcterms:modified xsi:type="dcterms:W3CDTF">2025-11-27T07:00:18Z</dcterms:modified>
</cp:coreProperties>
</file>