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20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0.xml"/>
<Relationship Id="rId2" Type="http://schemas.openxmlformats.org/officeDocument/2006/relationships/notesMaster" Target="../notesMasters/notesMaster1.xml"/>
</Relationship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4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Header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Header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8064A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Header 3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Bold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Normal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Colored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C0504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Red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Green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Blue BG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Row 3 Col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Row 3 Col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7964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Row 3 Col 3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cPr marL="91440" marR="91440" marT="45720" marB="45720" anchor="ctr" anchorCtr="0">
                    <a:solidFill>
                      <a:srgbClr val="1F4E7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4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Q1 2024 Financial Report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1F4E7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1F4E7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1F4E7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2E75B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Category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2E75B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Revenue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2E75B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Expenses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2E75B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Profit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l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Product Sales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2000" b="0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$1,250,000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2000" b="0" i="0">
                          <a:solidFill>
                            <a:srgbClr val="C62828"/>
                          </a:solidFill>
                          <a:latin typeface="Calibri"/>
                          <a:ea typeface="Calibri"/>
                          <a:cs typeface="Calibri"/>
                        </a:rPr>
                        <a:t>$450,000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200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$800,000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l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Services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2000" b="0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$890,000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2000" b="0" i="0">
                          <a:solidFill>
                            <a:srgbClr val="C62828"/>
                          </a:solidFill>
                          <a:latin typeface="Calibri"/>
                          <a:ea typeface="Calibri"/>
                          <a:cs typeface="Calibri"/>
                        </a:rPr>
                        <a:t>$320,000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200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$570,000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E7E6E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l"/>
                      <a:r>
                        <a:rPr lang="en-US" sz="2000" b="1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Total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E7E6E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2000" b="1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$2,140,000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E7E6E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2000" b="1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$770,000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C6EFCE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2000" b="1" i="0">
                          <a:solidFill>
                            <a:srgbClr val="006100"/>
                          </a:solidFill>
                          <a:latin typeface="Calibri"/>
                          <a:ea typeface="Calibri"/>
                          <a:cs typeface="Calibri"/>
                        </a:rPr>
                        <a:t>$1,370,000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Feature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Basic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Pro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Enterprise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Storage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 GB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50 GB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Unlimited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Users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Unlimited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Support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Email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24/7 Chat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Dedicated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API Access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C62828"/>
                          </a:solidFill>
                          <a:latin typeface="Calibri"/>
                          <a:ea typeface="Calibri"/>
                          <a:cs typeface="Calibri"/>
                        </a:rPr>
                        <a:t>No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Yes + Priority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Price/month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$9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$29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$99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4. Deploy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Product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Self-Actualization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IKIGAI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Q1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Q2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Q3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Q4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Q1 2025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BDD7EE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1F497D"/>
                          </a:solidFill>
                          <a:latin typeface="Calibri"/>
                          <a:ea typeface="Calibri"/>
                          <a:cs typeface="Calibri"/>
                        </a:rPr>
                        <a:t>Research</a:t>
                      </a:r>
                    </a:p>
                    <a:p>
                      <a:pPr algn="ctr"/>
                      <a:r>
                        <a:rPr lang="en-US" sz="2000" b="0" i="0">
                          <a:solidFill>
                            <a:srgbClr val="1F497D"/>
                          </a:solidFill>
                          <a:latin typeface="Calibri"/>
                          <a:ea typeface="Calibri"/>
                          <a:cs typeface="Calibri"/>
                        </a:rPr>
                        <a:t>&amp; Planning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BDD7EE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1F497D"/>
                          </a:solidFill>
                          <a:latin typeface="Calibri"/>
                          <a:ea typeface="Calibri"/>
                          <a:cs typeface="Calibri"/>
                        </a:rPr>
                        <a:t>Design</a:t>
                      </a:r>
                    </a:p>
                    <a:p>
                      <a:pPr algn="ctr"/>
                      <a:r>
                        <a:rPr lang="en-US" sz="2000" b="0" i="0">
                          <a:solidFill>
                            <a:srgbClr val="1F497D"/>
                          </a:solidFill>
                          <a:latin typeface="Calibri"/>
                          <a:ea typeface="Calibri"/>
                          <a:cs typeface="Calibri"/>
                        </a:rPr>
                        <a:t>Phase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C6EFCE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006100"/>
                          </a:solidFill>
                          <a:latin typeface="Calibri"/>
                          <a:ea typeface="Calibri"/>
                          <a:cs typeface="Calibri"/>
                        </a:rPr>
                        <a:t>Development</a:t>
                      </a:r>
                    </a:p>
                    <a:p>
                      <a:pPr algn="ctr"/>
                      <a:r>
                        <a:rPr lang="en-US" sz="2000" b="0" i="0">
                          <a:solidFill>
                            <a:srgbClr val="006100"/>
                          </a:solidFill>
                          <a:latin typeface="Calibri"/>
                          <a:ea typeface="Calibri"/>
                          <a:cs typeface="Calibri"/>
                        </a:rPr>
                        <a:t>Sprint 1-3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CE4D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C65911"/>
                          </a:solidFill>
                          <a:latin typeface="Calibri"/>
                          <a:ea typeface="Calibri"/>
                          <a:cs typeface="Calibri"/>
                        </a:rPr>
                        <a:t>Testing</a:t>
                      </a:r>
                    </a:p>
                    <a:p>
                      <a:pPr algn="ctr"/>
                      <a:r>
                        <a:rPr lang="en-US" sz="2000" b="0" i="0">
                          <a:solidFill>
                            <a:srgbClr val="C65911"/>
                          </a:solidFill>
                          <a:latin typeface="Calibri"/>
                          <a:ea typeface="Calibri"/>
                          <a:cs typeface="Calibri"/>
                        </a:rPr>
                        <a:t>&amp; QA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E2EFDA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375623"/>
                          </a:solidFill>
                          <a:latin typeface="Calibri"/>
                          <a:ea typeface="Calibri"/>
                          <a:cs typeface="Calibri"/>
                        </a:rPr>
                        <a:t>Launch</a:t>
                      </a:r>
                    </a:p>
                    <a:p>
                      <a:pPr algn="ctr"/>
                      <a:r>
                        <a:rPr lang="en-US" sz="2000" b="0" i="0">
                          <a:solidFill>
                            <a:srgbClr val="375623"/>
                          </a:solidFill>
                          <a:latin typeface="Calibri"/>
                          <a:ea typeface="Calibri"/>
                          <a:cs typeface="Calibri"/>
                        </a:rPr>
                        <a:t>&amp; Support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✓ Complete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✓ Complete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ED7D31"/>
                          </a:solidFill>
                          <a:latin typeface="Calibri"/>
                          <a:ea typeface="Calibri"/>
                          <a:cs typeface="Calibri"/>
                        </a:rPr>
                        <a:t>In Progress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7F7F7F"/>
                          </a:solidFill>
                          <a:latin typeface="Calibri"/>
                          <a:ea typeface="Calibri"/>
                          <a:cs typeface="Calibri"/>
                        </a:rPr>
                        <a:t>Planned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>
                          <a:solidFill>
                            <a:srgbClr val="7F7F7F"/>
                          </a:solidFill>
                          <a:latin typeface="Calibri"/>
                          <a:ea typeface="Calibri"/>
                          <a:cs typeface="Calibri"/>
                        </a:rPr>
                        <a:t>Planned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1600000"/>
            <a:ext cx="2000000" cy="12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2000000" cy="12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1600000"/>
            <a:ext cx="2000000" cy="12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1600000"/>
            <a:ext cx="2000000" cy="12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8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40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200000" y="2600000"/>
            <a:ext cx="300000" cy="30000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84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Completed: Research, Design, Initial Development</a:t>
            </a:r>
          </a:p>
          <a:p>
            <a:pPr lvl="0"/>
            <a:r>
              <a:rPr lang="en-US" sz="2400" b="0" i="0" dirty="0"/>
              <a:t>In Progress: Sprint 3 Development</a:t>
            </a:r>
          </a:p>
          <a:p>
            <a:pPr lvl="0"/>
            <a:r>
              <a:rPr lang="en-US" sz="2400" b="0" i="0" dirty="0"/>
              <a:t>Next: QA Testing Phase (Q4 2024)</a:t>
            </a:r>
          </a:p>
          <a:p>
            <a:pPr lvl="0"/>
            <a:r>
              <a:rPr lang="en-US" sz="2400" b="0" i="0" dirty="0"/>
              <a:t>Launch Target: Q1 2025</a:t>
            </a:r>
          </a:p>
          <a:p>
            <a:pPr lvl="0"/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2025-12-06T07:16:06Z</dcterms:created>
  <dcterms:modified xsi:type="dcterms:W3CDTF">2025-12-06T07:16:06Z</dcterms:modified>
</cp:coreProperties>
</file>