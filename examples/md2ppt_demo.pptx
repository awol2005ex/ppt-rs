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    <Relationship Id="rId9" Type="http://schemas.openxmlformats.org/officeDocument/2006/relationships/slide" Target="slides/slide7.xml"/>
    <Relationship Id="rId10" Type="http://schemas.openxmlformats.org/officeDocument/2006/relationships/slide" Target="slides/slide8.xml"/>
    <Relationship Id="rId11" Type="http://schemas.openxmlformats.org/officeDocument/2006/relationships/slide" Target="slides/slide9.xml"/>
    <Relationship Id="rId12" Type="http://schemas.openxmlformats.org/officeDocument/2006/relationships/slide" Target="slides/slide10.xml"/>
    <Relationship Id="rId13" Type="http://schemas.openxmlformats.org/officeDocument/2006/relationships/slide" Target="slides/slide11.xml"/>
    <Relationship Id="rId14" Type="http://schemas.openxmlformats.org/officeDocument/2006/relationships/slide" Target="slides/slide12.xml"/>
    <Relationship Id="rId15" Type="http://schemas.openxmlformats.org/officeDocument/2006/relationships/slide" Target="slides/slide13.xml"/>
    <Relationship Id="rId16" Type="http://schemas.openxmlformats.org/officeDocument/2006/relationships/slide" Target="slides/slide14.xml"/>
    <Relationship Id="rId17" Type="http://schemas.openxmlformats.org/officeDocument/2006/relationships/slide" Target="slides/slide15.xml"/>
    <Relationship Id="rId18" Type="http://schemas.openxmlformats.org/officeDocument/2006/relationships/slide" Target="slides/slide16.xml"/>
    <Relationship Id="rId19" Type="http://schemas.openxmlformats.org/officeDocument/2006/relationships/slide" Target="slides/slide17.xml"/>
    <Relationship Id="rId20" Type="http://schemas.openxmlformats.org/officeDocument/2006/relationships/slide" Target="slides/slide18.xml"/>
    <Relationship Id="rId21" Type="http://schemas.openxmlformats.org/officeDocument/2006/relationships/slide" Target="slides/slide19.xml"/>
    <Relationship Id="rId22" Type="http://schemas.openxmlformats.org/officeDocument/2006/relationships/slide" Target="slides/slide20.xml"/>
    <Relationship Id="rId23" Type="http://schemas.openxmlformats.org/officeDocument/2006/relationships/slide" Target="slides/slide21.xml"/>
    <Relationship Id="rId24" Type="http://schemas.openxmlformats.org/officeDocument/2006/relationships/slide" Target="slides/slide22.xml"/>
    <Relationship Id="rId25" Type="http://schemas.openxmlformats.org/officeDocument/2006/relationships/slide" Target="slides/slide23.xml"/>
    <Relationship Id="rId26" Type="http://schemas.openxmlformats.org/officeDocument/2006/relationships/slide" Target="slides/slide24.xml"/>
    <Relationship Id="rId27" Type="http://schemas.openxmlformats.org/officeDocument/2006/relationships/slide" Target="slides/slide25.xml"/>
    <Relationship Id="rId2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<Relationship Id="rId1" Type="http://schemas.openxmlformats.org/officeDocument/2006/relationships/slide" Target="../slides/slide5.xml"/>
<Relationship Id="rId2" Type="http://schemas.openxmlformats.org/officeDocument/2006/relationships/notesMaster" Target="../notesMasters/notesMaster1.xml"/>
</Relationships>
</file>

<file path=ppt/notesSlides/_rels/notesSlide22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2.xml"/>
<Relationship Id="rId2" Type="http://schemas.openxmlformats.org/officeDocument/2006/relationships/notesMaster" Target="../notesMasters/notesMaster1.xml"/>
</Relationships>
</file>

<file path=ppt/notesSlides/_rels/notesSlide24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4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speaker note! It will appear in the notes section of PowerPoint, not on the slide itself. Use blockquotes for presenter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01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Q2 growth rate - it was our best quarter!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05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to explain the table data during the presentation!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16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for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18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Welcome to MD2PPT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A comprehensive demonstration of Markdown to PowerPoint conversion</a:t>
            </a:r>
          </a:p>
          <a:p>
            <a:pPr lvl="0"/>
            <a:r>
              <a:rPr lang="en-US" sz="2800" b="0" i="0" dirty="0"/>
              <a:t>Convert markdown files to professional presentations</a:t>
            </a:r>
          </a:p>
          <a:p>
            <a:pPr lvl="0"/>
            <a:r>
              <a:rPr lang="en-US" sz="2800" b="0" i="0" dirty="0"/>
              <a:t>Support for tables, code, diagrams, and more</a:t>
            </a:r>
          </a:p>
          <a:p>
            <a:pPr lvl="0"/>
            <a:r>
              <a:rPr lang="en-US" sz="2800" b="0" i="0" dirty="0"/>
              <a:t>Simple CLI: </a:t>
            </a:r>
            <a:r>
              <a:rPr lang="en-US" sz="2800" dirty="0">
                <a:latin typeface="Consolas"/>
                <a:solidFill>
                  <a:srgbClr val="C7254E"/>
                </a:solidFill>
              </a:rPr>
              <a:t>pptcli md2ppt slides.md output.pptx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Text Formatting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Markdown supports various text styles:</a:t>
            </a:r>
          </a:p>
          <a:p>
            <a:pPr lvl="0"/>
            <a:r>
              <a:rPr lang="en-US" sz="2800" b="1" i="0" dirty="0"/>
              <a:t>Bold text</a:t>
            </a:r>
            <a:r>
              <a:rPr lang="en-US" sz="2800" b="0" i="0" dirty="0"/>
              <a:t> for emphasis</a:t>
            </a:r>
          </a:p>
          <a:p>
            <a:pPr lvl="0"/>
            <a:r>
              <a:rPr lang="en-US" sz="2800" b="0" i="1" dirty="0"/>
              <a:t>Italic text</a:t>
            </a:r>
            <a:r>
              <a:rPr lang="en-US" sz="2800" b="0" i="0" dirty="0"/>
              <a:t> for subtle emphasis</a:t>
            </a:r>
          </a:p>
          <a:p>
            <a:pPr lvl="0"/>
            <a:r>
              <a:rPr lang="en-US" sz="2800" b="1" i="1" dirty="0"/>
              <a:t>Bold and italic</a:t>
            </a:r>
            <a:r>
              <a:rPr lang="en-US" sz="2800" b="0" i="0" dirty="0"/>
              <a:t> combined</a:t>
            </a:r>
          </a:p>
          <a:p>
            <a:pPr lvl="0"/>
            <a:r>
              <a:rPr lang="en-US" sz="2800" dirty="0">
                <a:latin typeface="Consolas"/>
                <a:solidFill>
                  <a:srgbClr val="C7254E"/>
                </a:solidFill>
              </a:rPr>
              <a:t>inline code</a:t>
            </a:r>
            <a:r>
              <a:rPr lang="en-US" sz="2800" b="0" i="0" dirty="0"/>
              <a:t> for technical terms</a:t>
            </a:r>
          </a:p>
          <a:p>
            <a:pPr lvl="0"/>
            <a:r>
              <a:rPr lang="en-US" sz="2800" b="0" i="0" dirty="0"/>
              <a:t>Regular text for normal content</a:t>
            </a:r>
          </a:p>
          <a:p>
            <a:pPr lvl="0"/>
            <a:r>
              <a:rPr lang="en-US" sz="2800" b="1" i="0" dirty="0"/>
              <a:t>Subheadings Become Bold Bullets</a:t>
            </a:r>
          </a:p>
          <a:p>
            <a:pPr lvl="0"/>
            <a:r>
              <a:rPr lang="en-US" sz="2800" b="0" i="0" dirty="0"/>
              <a:t>When you use ## or ### headings within a slide, they become bold bullet points. This is useful for organizing content hierarchically.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Bullet Points &amp; Lists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Different bullet styles all work:</a:t>
            </a:r>
          </a:p>
          <a:p>
            <a:pPr lvl="0"/>
            <a:r>
              <a:rPr lang="en-US" sz="2800" b="0" i="0" dirty="0"/>
              <a:t>Dash bullet point</a:t>
            </a:r>
          </a:p>
          <a:p>
            <a:pPr lvl="0"/>
            <a:r>
              <a:rPr lang="en-US" sz="2800" b="0" i="0" dirty="0"/>
              <a:t>Another dash point</a:t>
            </a:r>
          </a:p>
          <a:p>
            <a:pPr lvl="0"/>
            <a:r>
              <a:rPr lang="en-US" sz="2800" b="0" i="0" dirty="0"/>
              <a:t>Asterisk bullet point</a:t>
            </a:r>
          </a:p>
          <a:p>
            <a:pPr lvl="0"/>
            <a:r>
              <a:rPr lang="en-US" sz="2800" b="0" i="0" dirty="0"/>
              <a:t>Another asterisk point</a:t>
            </a:r>
          </a:p>
          <a:p>
            <a:pPr lvl="0"/>
            <a:r>
              <a:rPr lang="en-US" sz="2800" b="0" i="0" dirty="0"/>
              <a:t>Plus bullet point</a:t>
            </a:r>
          </a:p>
          <a:p>
            <a:pPr lvl="0"/>
            <a:r>
              <a:rPr lang="en-US" sz="2800" b="0" i="0" dirty="0"/>
              <a:t>Another plus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Data Tables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7999998" cy="2400000"/>
        </p:xfrm>
        <a:graphic>
          <a:graphicData uri="http://schemas.openxmlformats.org/drawingml/2006/table">
            <a:tbl>
              <a:tblPr firstRow="1" bandHVals="1"/>
              <a:tblGrid>
                <a:gridCol w="2666666"/>
                <a:gridCol w="2666666"/>
                <a:gridCol w="2666666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Mermaid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Code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Speaker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Placeholder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Sales Report Table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8000000" cy="2000000"/>
        </p:xfrm>
        <a:graphic>
          <a:graphicData uri="http://schemas.openxmlformats.org/drawingml/2006/table">
            <a:tbl>
              <a:tblPr firstRow="1" bandHVals="1"/>
              <a:tblGrid>
                <a:gridCol w="2000000"/>
                <a:gridCol w="2000000"/>
                <a:gridCol w="2000000"/>
                <a:gridCol w="2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Quarter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Growth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$1.0M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$1.3M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Q3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$1.6M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Q4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$2.0M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Code Examples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Here's a Rust code example:</a:t>
            </a:r>
          </a:p>
        </p:txBody>
      </p:sp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100" dirty="0" b="1">
                <a:latin typeface="Consolas"/>
                <a:solidFill>
                  <a:srgbClr val="A71D5D"/>
                </a:solidFill>
              </a:rPr>
              <a:t>fn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 b="1">
                <a:latin typeface="Consolas"/>
                <a:solidFill>
                  <a:srgbClr val="795DA3"/>
                </a:solidFill>
              </a:rPr>
              <a:t>main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(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)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{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let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message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=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"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Hello, PowerPoint!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"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;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println!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(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"</a:t>
            </a:r>
            <a:r>
              <a:rPr lang="en-US" sz="1100" dirty="0">
                <a:latin typeface="Consolas"/>
                <a:solidFill>
                  <a:srgbClr val="0086B3"/>
                </a:solidFill>
              </a:rPr>
              <a:t>{}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"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,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message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)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;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for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i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in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0086B3"/>
                </a:solidFill>
              </a:rPr>
              <a:t>1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..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=</a:t>
            </a:r>
            <a:r>
              <a:rPr lang="en-US" sz="1100" dirty="0">
                <a:latin typeface="Consolas"/>
                <a:solidFill>
                  <a:srgbClr val="0086B3"/>
                </a:solidFill>
              </a:rPr>
              <a:t>5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{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   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println!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(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"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Slide </a:t>
            </a:r>
            <a:r>
              <a:rPr lang="en-US" sz="1100" dirty="0">
                <a:latin typeface="Consolas"/>
                <a:solidFill>
                  <a:srgbClr val="0086B3"/>
                </a:solidFill>
              </a:rPr>
              <a:t>{}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"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,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i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)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;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}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Python Code</a:t>
            </a:r>
          </a:p>
        </p:txBody>
      </p:sp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100" dirty="0" b="1">
                <a:latin typeface="Consolas"/>
                <a:solidFill>
                  <a:srgbClr val="A71D5D"/>
                </a:solidFill>
              </a:rPr>
              <a:t>def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 b="1">
                <a:latin typeface="Consolas"/>
                <a:solidFill>
                  <a:srgbClr val="323232"/>
                </a:solidFill>
              </a:rPr>
              <a:t>create_presentation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(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title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,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slides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)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: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</a:t>
            </a:r>
            <a:r>
              <a:rPr lang="en-US" sz="1100" dirty="0" i="1">
                <a:latin typeface="Consolas"/>
                <a:solidFill>
                  <a:srgbClr val="969896"/>
                </a:solidFill>
              </a:rPr>
              <a:t>"""</a:t>
            </a:r>
            <a:r>
              <a:rPr lang="en-US" sz="1100" dirty="0" i="1">
                <a:latin typeface="Consolas"/>
                <a:solidFill>
                  <a:srgbClr val="969896"/>
                </a:solidFill>
              </a:rPr>
              <a:t>Create a PowerPoint presentation.</a:t>
            </a:r>
            <a:r>
              <a:rPr lang="en-US" sz="1100" dirty="0" i="1">
                <a:latin typeface="Consolas"/>
                <a:solidFill>
                  <a:srgbClr val="969896"/>
                </a:solidFill>
              </a:rPr>
              <a:t>"""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pptx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=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Presentation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(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)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for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slide_content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in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slides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: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   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slide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=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pptx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.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add_slide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(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)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   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slide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.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title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=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slide_content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[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'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title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'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]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    </a:t>
            </a:r>
          </a:p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   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return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pptx</a:t>
            </a:r>
          </a:p>
          <a:p>
            <a:pPr algn="l"/>
            <a:r>
              <a:rPr lang="en-US" sz="1100" dirty="0">
                <a:latin typeface="Consolas"/>
                <a:solidFill>
                  <a:srgbClr val="333333"/>
                </a:solidFill>
              </a:rPr>
              <a:t> </a:t>
            </a:r>
          </a:p>
          <a:p>
            <a:pPr algn="l"/>
            <a:r>
              <a:rPr lang="en-US" sz="1100" dirty="0" i="1">
                <a:latin typeface="Consolas"/>
                <a:solidFill>
                  <a:srgbClr val="969896"/>
                </a:solidFill>
              </a:rPr>
              <a:t>#</a:t>
            </a:r>
            <a:r>
              <a:rPr lang="en-US" sz="1100" dirty="0" i="1">
                <a:latin typeface="Consolas"/>
                <a:solidFill>
                  <a:srgbClr val="969896"/>
                </a:solidFill>
              </a:rPr>
              <a:t> Usage</a:t>
            </a:r>
          </a:p>
          <a:p>
            <a:pPr algn="l"/>
            <a:r>
              <a:rPr lang="en-US" sz="1100" dirty="0" i="1">
                <a:latin typeface="Consolas"/>
                <a:solidFill>
                  <a:srgbClr val="969896"/>
                </a:solidFill>
              </a:rPr>
              <a:t>slides = [</a:t>
            </a:r>
          </a:p>
          <a:p>
            <a:pPr algn="l"/>
            <a:r>
              <a:rPr lang="en-US" sz="1100" dirty="0" i="1">
                <a:latin typeface="Consolas"/>
                <a:solidFill>
                  <a:srgbClr val="969896"/>
                </a:solidFill>
              </a:rPr>
              <a:t>    {'title': 'Introduction'},</a:t>
            </a:r>
          </a:p>
          <a:p>
            <a:pPr algn="l"/>
            <a:r>
              <a:rPr lang="en-US" sz="1100" dirty="0" i="1">
                <a:latin typeface="Consolas"/>
                <a:solidFill>
                  <a:srgbClr val="969896"/>
                </a:solidFill>
              </a:rPr>
              <a:t>    {'title': 'Main Content'},</a:t>
            </a:r>
          </a:p>
          <a:p>
            <a:pPr algn="l"/>
            <a:r>
              <a:rPr lang="en-US" sz="1100" dirty="0" i="1">
                <a:latin typeface="Consolas"/>
                <a:solidFill>
                  <a:srgbClr val="969896"/>
                </a:solidFill>
              </a:rPr>
              <a:t>    {'title': 'Conclusion'}</a:t>
            </a:r>
          </a:p>
          <a:p>
            <a:pPr algn="l"/>
            <a:r>
              <a:rPr lang="en-US" sz="1100" dirty="0" i="1">
                <a:latin typeface="Consolas"/>
                <a:solidFill>
                  <a:srgbClr val="969896"/>
                </a:solidFill>
              </a:rPr>
              <a:t>]</a:t>
            </a:r>
          </a:p>
          <a:p>
            <a:pPr algn="l"/>
            <a:r>
              <a:rPr lang="en-US" sz="1100" dirty="0" i="1">
                <a:latin typeface="Consolas"/>
                <a:solidFill>
                  <a:srgbClr val="969896"/>
                </a:solidFill>
              </a:rPr>
              <a:t>create_presentation("Demo", slides)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System Architecture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1565C0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🔀 Flowchart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E3F2FD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Nodes: Web Browser → Mobile App → API Gateway → Auth Service → Data Service → (PostgreSQL)
Connections: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User Authentication Flow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7B1FA2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↔️ Sequence Diagram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F3E5F5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Participants: U, C, A, D
Messages: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Timeline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2E7D32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📅 Gantt Chart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E8F5E9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Sections: Planning, Development, Testing, Launch
Tasks: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Data Model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C2185B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🗃️ ER Diagram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FCE4EC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Entities: USER, ORDER : places, ORDER, LINE_ITEM : c, PRODUCT, LINE_ITEM : "
Relationships: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Application States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00838F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🔄 State Diagram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E0F7FA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stateDiagram-v2
    [*] --&gt; Idle
    Idle --&gt; Loading: fetch data
    Loading --&gt; Success: data received
    Loading --&gt; Error: request failed
...
(4 more lines)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Class Structure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E65100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📦 Class Diagram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FFF3E0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classDiagram
    class Presentation {
        +String title
        +List~Slide~ slides
        +addSlide()
...
(28 more lines)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User Journey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558B2F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🚶 User Journey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F1F8E9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journey
    title User Onboarding Experience
    section Discovery
      Visit website: 5: User
      Read features: 4: User
...
(9 more lines)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Market Analysis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FF8F00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🥧 Pie Chart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FFF8E1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Slices:
• Our Product
• Competitor A
• Competitor B
• Competitor C
• Others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Feature Priorities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0277BD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📊 Quadrant Chart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E1F5FE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quadrantChart
    title Feature Priority Matrix
    x-axis Low Effort --&gt; High Effort
    y-axis Low Impact --&gt; High Impact
    quadrant-1 Plan carefully
...
(9 more lines)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Development History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455A64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🌿 Git Graph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ECEFF1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gitGraph
    commit id: "Initial"
    commit id: "Core API"
    branch feature/tables
    commit id: "Add tables"
...
(8 more lines)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Mindmap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3949AB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🧠 Mind Map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E8EAF6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mindmap
    root((MD2PPT))
        Input
            Markdown files
            GFM tables
...
(14 more lines)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Timeline View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600000"/>
            <a:ext cx="7000000" cy="600000"/>
          </a:xfrm>
          <a:prstGeom prst="rect">
            <a:avLst/>
          </a:prstGeom>
          <a:solidFill>
            <a:srgbClr val="5D4037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⏱️ Timeline</a:t>
            </a:r>
          </a:p>
        </p:txBody>
      </p:sp>
      <p:sp>
        <p:nvSpPr>
          <p:cNvPr id="11" name="Shape 11"/>
          <p:cNvSpPr/>
          <p:nvPr/>
        </p:nvSpPr>
        <p:spPr>
          <a:xfrm>
            <a:off x="1000000" y="2200000"/>
            <a:ext cx="7000000" cy="3600000"/>
          </a:xfrm>
          <a:prstGeom prst="rect">
            <a:avLst/>
          </a:prstGeom>
          <a:solidFill>
            <a:srgbClr val="EFEBE9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timeline
    title MD2PPT Development Timeline
    2024-01 : Project started
            : Core architecture
    2024-02 : Basic markdown parsing
...
(8 more lines)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Timeline View (continued)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Continuation Slides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When you use </a:t>
            </a:r>
            <a:r>
              <a:rPr lang="en-US" sz="2800" dirty="0">
                <a:latin typeface="Consolas"/>
                <a:solidFill>
                  <a:srgbClr val="C7254E"/>
                </a:solidFill>
              </a:rPr>
              <a:t>---</a:t>
            </a:r>
            <a:r>
              <a:rPr lang="en-US" sz="2800" b="0" i="0" dirty="0"/>
              <a:t> (horizontal rule), it creates a continuation slide. This is useful for breaking up long content.</a:t>
            </a:r>
          </a:p>
          <a:p>
            <a:pPr lvl="0"/>
            <a:r>
              <a:rPr lang="en-US" sz="2800" b="0" i="0" dirty="0"/>
              <a:t>This slide continues the previous topic</a:t>
            </a:r>
          </a:p>
          <a:p>
            <a:pPr lvl="0"/>
            <a:r>
              <a:rPr lang="en-US" sz="2800" b="0" i="0" dirty="0"/>
              <a:t>The title shows "(continued)"</a:t>
            </a:r>
          </a:p>
          <a:p>
            <a:pPr lvl="0"/>
            <a:r>
              <a:rPr lang="en-US" sz="2800" b="0" i="0" dirty="0"/>
              <a:t>Great for detailed explanations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Mixed Content Slide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8000000" cy="1200000"/>
        </p:xfrm>
        <a:graphic>
          <a:graphicData uri="http://schemas.openxmlformats.org/drawingml/2006/table">
            <a:tbl>
              <a:tblPr firstRow="1" bandHVals="1"/>
              <a:tblGrid>
                <a:gridCol w="4000000"/>
                <a:gridCol w="4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Technical Specifications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7999998" cy="2400000"/>
        </p:xfrm>
        <a:graphic>
          <a:graphicData uri="http://schemas.openxmlformats.org/drawingml/2006/table">
            <a:tbl>
              <a:tblPr firstRow="1" bandHVals="1"/>
              <a:tblGrid>
                <a:gridCol w="2666666"/>
                <a:gridCol w="2666666"/>
                <a:gridCol w="2666666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1.75+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pulldown-cmark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100" dirty="0" i="1">
                <a:latin typeface="Consolas"/>
                <a:solidFill>
                  <a:srgbClr val="969896"/>
                </a:solidFill>
              </a:rPr>
              <a:t>//</a:t>
            </a:r>
            <a:r>
              <a:rPr lang="en-US" sz="1100" dirty="0" i="1">
                <a:latin typeface="Consolas"/>
                <a:solidFill>
                  <a:srgbClr val="969896"/>
                </a:solidFill>
              </a:rPr>
              <a:t> Example usage</a:t>
            </a:r>
          </a:p>
          <a:p>
            <a:pPr algn="l"/>
            <a:r>
              <a:rPr lang="en-US" sz="1100" dirty="0" b="1">
                <a:latin typeface="Consolas"/>
                <a:solidFill>
                  <a:srgbClr val="A71D5D"/>
                </a:solidFill>
              </a:rPr>
              <a:t>use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ppt_rs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::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cli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::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parse_markdown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;</a:t>
            </a:r>
          </a:p>
          <a:p>
            <a:pPr algn="l"/>
            <a:r>
              <a:rPr lang="en-US" sz="1100" dirty="0">
                <a:latin typeface="Consolas"/>
                <a:solidFill>
                  <a:srgbClr val="333333"/>
                </a:solidFill>
              </a:rPr>
              <a:t> </a:t>
            </a:r>
          </a:p>
          <a:p>
            <a:pPr algn="l"/>
            <a:r>
              <a:rPr lang="en-US" sz="1100" dirty="0" b="1">
                <a:latin typeface="Consolas"/>
                <a:solidFill>
                  <a:srgbClr val="A71D5D"/>
                </a:solidFill>
              </a:rPr>
              <a:t>let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slides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=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62A35C"/>
                </a:solidFill>
              </a:rPr>
              <a:t>parse_markdown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(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content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)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?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;</a:t>
            </a:r>
          </a:p>
          <a:p>
            <a:pPr algn="l"/>
            <a:r>
              <a:rPr lang="en-US" sz="1100" dirty="0" b="1">
                <a:latin typeface="Consolas"/>
                <a:solidFill>
                  <a:srgbClr val="A71D5D"/>
                </a:solidFill>
              </a:rPr>
              <a:t>let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pptx 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=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</a:t>
            </a:r>
            <a:r>
              <a:rPr lang="en-US" sz="1100" dirty="0">
                <a:latin typeface="Consolas"/>
                <a:solidFill>
                  <a:srgbClr val="62A35C"/>
                </a:solidFill>
              </a:rPr>
              <a:t>create_pptx_with_content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(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"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Title</a:t>
            </a:r>
            <a:r>
              <a:rPr lang="en-US" sz="1100" dirty="0">
                <a:latin typeface="Consolas"/>
                <a:solidFill>
                  <a:srgbClr val="183691"/>
                </a:solidFill>
              </a:rPr>
              <a:t>"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,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slides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)</a:t>
            </a:r>
            <a:r>
              <a:rPr lang="en-US" sz="1100" dirty="0" b="1">
                <a:latin typeface="Consolas"/>
                <a:solidFill>
                  <a:srgbClr val="A71D5D"/>
                </a:solidFill>
              </a:rPr>
              <a:t>?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1" i="0" dirty="0"/>
              <a:t>What We Covered</a:t>
            </a:r>
          </a:p>
          <a:p>
            <a:pPr lvl="0"/>
            <a:r>
              <a:rPr lang="en-US" sz="2800" b="0" i="0" dirty="0"/>
              <a:t>Text formatting (bold, italic, code)</a:t>
            </a:r>
          </a:p>
          <a:p>
            <a:pPr lvl="0"/>
            <a:r>
              <a:rPr lang="en-US" sz="2800" b="0" i="0" dirty="0"/>
              <a:t>Bullet points and lists</a:t>
            </a:r>
          </a:p>
          <a:p>
            <a:pPr lvl="0"/>
            <a:r>
              <a:rPr lang="en-US" sz="2800" b="0" i="0" dirty="0"/>
              <a:t>Tables with automatic styling</a:t>
            </a:r>
          </a:p>
          <a:p>
            <a:pPr lvl="0"/>
            <a:r>
              <a:rPr lang="en-US" sz="2800" b="0" i="0" dirty="0"/>
              <a:t>Code blocks with syntax labels</a:t>
            </a:r>
          </a:p>
          <a:p>
            <a:pPr lvl="0"/>
            <a:r>
              <a:rPr lang="en-US" sz="2800" b="0" i="0" dirty="0"/>
              <a:t>12 types of Mermaid diagrams</a:t>
            </a:r>
          </a:p>
          <a:p>
            <a:pPr lvl="0"/>
            <a:r>
              <a:rPr lang="en-US" sz="2800" b="0" i="0" dirty="0"/>
              <a:t>Speaker notes from blockquotes</a:t>
            </a:r>
          </a:p>
          <a:p>
            <a:pPr lvl="0"/>
            <a:r>
              <a:rPr lang="en-US" sz="2800" b="0" i="0" dirty="0"/>
              <a:t>Slide breaks with horizontal rules</a:t>
            </a:r>
          </a:p>
          <a:p>
            <a:pPr lvl="0"/>
            <a:r>
              <a:rPr lang="en-US" sz="2800" b="1" i="0" dirty="0"/>
              <a:t>Key Benefits</a:t>
            </a:r>
          </a:p>
          <a:p>
            <a:pPr lvl="0"/>
            <a:r>
              <a:rPr lang="en-US" sz="2800" b="0" i="0" dirty="0"/>
              <a:t>Simple markdown syntax</a:t>
            </a:r>
          </a:p>
          <a:p>
            <a:pPr lvl="0"/>
            <a:r>
              <a:rPr lang="en-US" sz="2800" b="0" i="0" dirty="0"/>
              <a:t>Professional output</a:t>
            </a:r>
          </a:p>
          <a:p>
            <a:pPr lvl="0"/>
            <a:r>
              <a:rPr lang="en-US" sz="2800" b="0" i="0" dirty="0"/>
              <a:t>No PowerPoint required</a:t>
            </a:r>
          </a:p>
          <a:p>
            <a:pPr lvl="0"/>
            <a:r>
              <a:rPr lang="en-US" sz="2800" b="0" i="0" dirty="0"/>
              <a:t>Version control friendly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Thank You!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Questions?</a:t>
            </a:r>
          </a:p>
          <a:p>
            <a:pPr lvl="0"/>
            <a:r>
              <a:rPr lang="en-US" sz="2800" b="0" i="0" dirty="0"/>
              <a:t>GitHub: github.com/yingkitw/ppt-rs</a:t>
            </a:r>
          </a:p>
          <a:p>
            <a:pPr lvl="0"/>
            <a:r>
              <a:rPr lang="en-US" sz="2800" b="0" i="0" dirty="0"/>
              <a:t>Documentation: See README.md</a:t>
            </a:r>
          </a:p>
          <a:p>
            <a:pPr lvl="0"/>
            <a:r>
              <a:rPr lang="en-US" sz="2800" b="0" i="0" dirty="0"/>
              <a:t>Issues: Report bugs on GitHub</a:t>
            </a:r>
          </a:p>
          <a:p>
            <a:pPr lvl="0"/>
            <a:r>
              <a:rPr lang="en-US" sz="2800" b="1" i="0" dirty="0"/>
              <a:t>Try it yourself:</a:t>
            </a:r>
          </a:p>
        </p:txBody>
      </p:sp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F8F8F8"/>
          </a:solidFill>
          <a:ln w="12700">
            <a:solidFill>
              <a:srgbClr val="CCCCCC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100" dirty="0">
                <a:latin typeface="Consolas"/>
                <a:solidFill>
                  <a:srgbClr val="323232"/>
                </a:solidFill>
              </a:rPr>
              <a:t>pptcli</a:t>
            </a:r>
            <a:r>
              <a:rPr lang="en-US" sz="1100" dirty="0">
                <a:latin typeface="Consolas"/>
                <a:solidFill>
                  <a:srgbClr val="323232"/>
                </a:solidFill>
              </a:rPr>
              <a:t> md2ppt presentation.md output.pptx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25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from Markdown</dc:title>
  <dc:creator>pptx-rs</dc:creator>
  <cp:lastModifiedBy>pptx-rs</cp:lastModifiedBy>
  <cp:revision>1</cp:revision>
  <dcterms:created xsi:type="dcterms:W3CDTF">2025-12-06T14:03:50Z</dcterms:created>
  <dcterms:modified xsi:type="dcterms:W3CDTF">2025-12-06T14:03:50Z</dcterms:modified>
</cp:coreProperties>
</file>