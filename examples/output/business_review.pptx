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    <Relationship Id="rId5" Type="http://schemas.openxmlformats.org/officeDocument/2006/relationships/slide" Target="slides/slide3.xml"/>
    <Relationship Id="rId6" Type="http://schemas.openxmlformats.org/officeDocument/2006/relationships/slide" Target="slides/slide4.xml"/>
    <Relationship Id="rId7" Type="http://schemas.openxmlformats.org/officeDocument/2006/relationships/slide" Target="slides/slide5.xml"/>
    <Relationship Id="rId8" Type="http://schemas.openxmlformats.org/officeDocument/2006/relationships/slide" Target="slides/slide6.xml"/>
    <Relationship Id="rId9" Type="http://schemas.openxmlformats.org/officeDocument/2006/relationships/slide" Target="slides/slide7.xml"/>
    <Relationship Id="rId10" Type="http://schemas.openxmlformats.org/officeDocument/2006/relationships/slide" Target="slides/slide8.xml"/>
    <Relationship Id="rId11" Type="http://schemas.openxmlformats.org/officeDocument/2006/relationships/slide" Target="slides/slide9.xml"/>
    <Relationship Id="rId12" Type="http://schemas.openxmlformats.org/officeDocument/2006/relationships/slide" Target="slides/slide10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Q4 2025 Business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Executive Summary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Strong revenue growth of 25% YoY</a:t>
            </a:r>
          </a:p>
          <a:p>
            <a:pPr lvl="0"/>
            <a:r>
              <a:rPr lang="en-US" sz="2800"/>
              <a:t>Market expansion into 3 new regions</a:t>
            </a:r>
          </a:p>
          <a:p>
            <a:pPr lvl="0"/>
            <a:r>
              <a:rPr lang="en-US" sz="2800"/>
              <a:t>Team growth from 50 to 75 employees</a:t>
            </a:r>
          </a:p>
          <a:p>
            <a:pPr lvl="0"/>
            <a:r>
              <a:rPr lang="en-US" sz="2800"/>
              <a:t>Product launches exceeded targets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Financial Performance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Total Revenue: $12.5M (up from $10M)</a:t>
            </a:r>
          </a:p>
          <a:p>
            <a:pPr lvl="0"/>
            <a:r>
              <a:rPr lang="en-US" sz="2800"/>
              <a:t>Operating Margin: 18%</a:t>
            </a:r>
          </a:p>
          <a:p>
            <a:pPr lvl="0"/>
            <a:r>
              <a:rPr lang="en-US" sz="2800"/>
              <a:t>Customer Retention: 94%</a:t>
            </a:r>
          </a:p>
          <a:p>
            <a:pPr lvl="0"/>
            <a:r>
              <a:rPr lang="en-US" sz="2800"/>
              <a:t>New Customer Acquisition: 250 accounts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Market Position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Ranked #2 in market segment</a:t>
            </a:r>
          </a:p>
          <a:p>
            <a:pPr lvl="0"/>
            <a:r>
              <a:rPr lang="en-US" sz="2800"/>
              <a:t>15% market share growth</a:t>
            </a:r>
          </a:p>
          <a:p>
            <a:pPr lvl="0"/>
            <a:r>
              <a:rPr lang="en-US" sz="2800"/>
              <a:t>Expanded product portfolio</a:t>
            </a:r>
          </a:p>
          <a:p>
            <a:pPr lvl="0"/>
            <a:r>
              <a:rPr lang="en-US" sz="2800"/>
              <a:t>Enhanced customer satisfaction scores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Strategic Initiatives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Launch AI-powered features</a:t>
            </a:r>
          </a:p>
          <a:p>
            <a:pPr lvl="0"/>
            <a:r>
              <a:rPr lang="en-US" sz="2800"/>
              <a:t>Expand international presence</a:t>
            </a:r>
          </a:p>
          <a:p>
            <a:pPr lvl="0"/>
            <a:r>
              <a:rPr lang="en-US" sz="2800"/>
              <a:t>Build strategic partnerships</a:t>
            </a:r>
          </a:p>
          <a:p>
            <a:pPr lvl="0"/>
            <a:r>
              <a:rPr lang="en-US" sz="2800"/>
              <a:t>Invest in R&amp;D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Team Highlights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Hired 25 new team members</a:t>
            </a:r>
          </a:p>
          <a:p>
            <a:pPr lvl="0"/>
            <a:r>
              <a:rPr lang="en-US" sz="2800"/>
              <a:t>Opened second office location</a:t>
            </a:r>
          </a:p>
          <a:p>
            <a:pPr lvl="0"/>
            <a:r>
              <a:rPr lang="en-US" sz="2800"/>
              <a:t>Launched mentorship program</a:t>
            </a:r>
          </a:p>
          <a:p>
            <a:pPr lvl="0"/>
            <a:r>
              <a:rPr lang="en-US" sz="2800"/>
              <a:t>Achieved 92% employee satisfaction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Product Roadmap 2026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Q1: Machine learning integration</a:t>
            </a:r>
          </a:p>
          <a:p>
            <a:pPr lvl="0"/>
            <a:r>
              <a:rPr lang="en-US" sz="2800"/>
              <a:t>Q2: Mobile app launch</a:t>
            </a:r>
          </a:p>
          <a:p>
            <a:pPr lvl="0"/>
            <a:r>
              <a:rPr lang="en-US" sz="2800"/>
              <a:t>Q3: Enterprise features</a:t>
            </a:r>
          </a:p>
          <a:p>
            <a:pPr lvl="0"/>
            <a:r>
              <a:rPr lang="en-US" sz="2800"/>
              <a:t>Q4: Global expansion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Challenges and Opportunities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Increased competition in market</a:t>
            </a:r>
          </a:p>
          <a:p>
            <a:pPr lvl="0"/>
            <a:r>
              <a:rPr lang="en-US" sz="2800"/>
              <a:t>Supply chain optimization needed</a:t>
            </a:r>
          </a:p>
          <a:p>
            <a:pPr lvl="0"/>
            <a:r>
              <a:rPr lang="en-US" sz="2800"/>
              <a:t>Growing demand for solutions</a:t>
            </a:r>
          </a:p>
          <a:p>
            <a:pPr lvl="0"/>
            <a:r>
              <a:rPr lang="en-US" sz="2800"/>
              <a:t>Emerging technologies to explore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2026 Goals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40% revenue growth target</a:t>
            </a:r>
          </a:p>
          <a:p>
            <a:pPr lvl="0"/>
            <a:r>
              <a:rPr lang="en-US" sz="2800"/>
              <a:t>Expand to 5 new markets</a:t>
            </a:r>
          </a:p>
          <a:p>
            <a:pPr lvl="0"/>
            <a:r>
              <a:rPr lang="en-US" sz="2800"/>
              <a:t>Grow team to 100+ employees</a:t>
            </a:r>
          </a:p>
          <a:p>
            <a:pPr lvl="0"/>
            <a:r>
              <a:rPr lang="en-US" sz="2800"/>
              <a:t>Launch 3 major product features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Conclusion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Strong foundation for growth</a:t>
            </a:r>
          </a:p>
          <a:p>
            <a:pPr lvl="0"/>
            <a:r>
              <a:rPr lang="en-US" sz="2800"/>
              <a:t>Committed to excellence</a:t>
            </a:r>
          </a:p>
          <a:p>
            <a:pPr lvl="0"/>
            <a:r>
              <a:rPr lang="en-US" sz="2800"/>
              <a:t>Focused on customer success</a:t>
            </a:r>
          </a:p>
          <a:p>
            <a:pPr lvl="0"/>
            <a:r>
              <a:rPr lang="en-US" sz="2800"/>
              <a:t>Ready for 2026 challenges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 Generator</Application>
  <PresentationFormat>On-screen Show (4:3)</PresentationFormat>
  <Paragraphs>0</Paragraphs>
  <Slides>10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Q4 2025 Business Review</dc:title>
  <dc:creator>PPTX Generator</dc:creator>
  <cp:lastModifiedBy>PPTX Generator</cp:lastModifiedBy>
  <cp:revision>1</cp:revision>
</cp:coreProperties>
</file>