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    <Relationship Id="rId10" Type="http://schemas.openxmlformats.org/officeDocument/2006/relationships/slide" Target="slides/slide8.xml"/>
    <Relationship Id="rId11" Type="http://schemas.openxmlformats.org/officeDocument/2006/relationships/slide" Target="slides/slide9.xml"/>
    <Relationship Id="rId12" Type="http://schemas.openxmlformats.org/officeDocument/2006/relationships/slide" Target="slides/slide10.xml"/>
    <Relationship Id="rId13" Type="http://schemas.openxmlformats.org/officeDocument/2006/relationships/slide" Target="slides/slide11.xml"/>
    <Relationship Id="rId14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Building Scalable Web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Agenda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Architecture overview</a:t>
            </a:r>
          </a:p>
          <a:p>
            <a:pPr lvl="0"/>
            <a:r>
              <a:rPr lang="en-US" sz="2800"/>
              <a:t>Microservices approach</a:t>
            </a:r>
          </a:p>
          <a:p>
            <a:pPr lvl="0"/>
            <a:r>
              <a:rPr lang="en-US" sz="2800"/>
              <a:t>Database design</a:t>
            </a:r>
          </a:p>
          <a:p>
            <a:pPr lvl="0"/>
            <a:r>
              <a:rPr lang="en-US" sz="2800"/>
              <a:t>Performance optimization</a:t>
            </a:r>
          </a:p>
          <a:p>
            <a:pPr lvl="0"/>
            <a:r>
              <a:rPr lang="en-US" sz="2800"/>
              <a:t>Deployment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Traditional Monolithic Architecture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Single codebase for entire application</a:t>
            </a:r>
          </a:p>
          <a:p>
            <a:pPr lvl="0"/>
            <a:r>
              <a:rPr lang="en-US" sz="2800"/>
              <a:t>Shared database</a:t>
            </a:r>
          </a:p>
          <a:p>
            <a:pPr lvl="0"/>
            <a:r>
              <a:rPr lang="en-US" sz="2800"/>
              <a:t>Tightly coupled components</a:t>
            </a:r>
          </a:p>
          <a:p>
            <a:pPr lvl="0"/>
            <a:r>
              <a:rPr lang="en-US" sz="2800"/>
              <a:t>Difficult to scale individual parts</a:t>
            </a:r>
          </a:p>
          <a:p>
            <a:pPr lvl="0"/>
            <a:r>
              <a:rPr lang="en-US" sz="2800"/>
              <a:t>Deployment affects entire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Microservices Architecture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Independent, loosely coupled services</a:t>
            </a:r>
          </a:p>
          <a:p>
            <a:pPr lvl="0"/>
            <a:r>
              <a:rPr lang="en-US" sz="2800"/>
              <a:t>Each service has own database</a:t>
            </a:r>
          </a:p>
          <a:p>
            <a:pPr lvl="0"/>
            <a:r>
              <a:rPr lang="en-US" sz="2800"/>
              <a:t>Communicate via APIs</a:t>
            </a:r>
          </a:p>
          <a:p>
            <a:pPr lvl="0"/>
            <a:r>
              <a:rPr lang="en-US" sz="2800"/>
              <a:t>Scale services independently</a:t>
            </a:r>
          </a:p>
          <a:p>
            <a:pPr lvl="0"/>
            <a:r>
              <a:rPr lang="en-US" sz="2800"/>
              <a:t>Deploy services separately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Key Components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API Gateway for routing</a:t>
            </a:r>
          </a:p>
          <a:p>
            <a:pPr lvl="0"/>
            <a:r>
              <a:rPr lang="en-US" sz="2800"/>
              <a:t>Service discovery mechanism</a:t>
            </a:r>
          </a:p>
          <a:p>
            <a:pPr lvl="0"/>
            <a:r>
              <a:rPr lang="en-US" sz="2800"/>
              <a:t>Load balancing</a:t>
            </a:r>
          </a:p>
          <a:p>
            <a:pPr lvl="0"/>
            <a:r>
              <a:rPr lang="en-US" sz="2800"/>
              <a:t>Message queues for async communication</a:t>
            </a:r>
          </a:p>
          <a:p>
            <a:pPr lvl="0"/>
            <a:r>
              <a:rPr lang="en-US" sz="2800"/>
              <a:t>Centralized logging and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Database Design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Choose appropriate database type</a:t>
            </a:r>
          </a:p>
          <a:p>
            <a:pPr lvl="0"/>
            <a:r>
              <a:rPr lang="en-US" sz="2800"/>
              <a:t>Implement proper indexing</a:t>
            </a:r>
          </a:p>
          <a:p>
            <a:pPr lvl="0"/>
            <a:r>
              <a:rPr lang="en-US" sz="2800"/>
              <a:t>Use connection pooling</a:t>
            </a:r>
          </a:p>
          <a:p>
            <a:pPr lvl="0"/>
            <a:r>
              <a:rPr lang="en-US" sz="2800"/>
              <a:t>Plan for horizontal scaling</a:t>
            </a:r>
          </a:p>
          <a:p>
            <a:pPr lvl="0"/>
            <a:r>
              <a:rPr lang="en-US" sz="2800"/>
              <a:t>Regular backup strategies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Performance Optimization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Caching strategies (Redis, Memcached)</a:t>
            </a:r>
          </a:p>
          <a:p>
            <a:pPr lvl="0"/>
            <a:r>
              <a:rPr lang="en-US" sz="2800"/>
              <a:t>Database query optimization</a:t>
            </a:r>
          </a:p>
          <a:p>
            <a:pPr lvl="0"/>
            <a:r>
              <a:rPr lang="en-US" sz="2800"/>
              <a:t>CDN for static content</a:t>
            </a:r>
          </a:p>
          <a:p>
            <a:pPr lvl="0"/>
            <a:r>
              <a:rPr lang="en-US" sz="2800"/>
              <a:t>Compression and minification</a:t>
            </a:r>
          </a:p>
          <a:p>
            <a:pPr lvl="0"/>
            <a:r>
              <a:rPr lang="en-US" sz="2800"/>
              <a:t>Asynchronous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Deployment Strategies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Containerization with Docker</a:t>
            </a:r>
          </a:p>
          <a:p>
            <a:pPr lvl="0"/>
            <a:r>
              <a:rPr lang="en-US" sz="2800"/>
              <a:t>Orchestration with Kubernetes</a:t>
            </a:r>
          </a:p>
          <a:p>
            <a:pPr lvl="0"/>
            <a:r>
              <a:rPr lang="en-US" sz="2800"/>
              <a:t>CI/CD pipelines</a:t>
            </a:r>
          </a:p>
          <a:p>
            <a:pPr lvl="0"/>
            <a:r>
              <a:rPr lang="en-US" sz="2800"/>
              <a:t>Blue-green deployments</a:t>
            </a:r>
          </a:p>
          <a:p>
            <a:pPr lvl="0"/>
            <a:r>
              <a:rPr lang="en-US" sz="2800"/>
              <a:t>Canary releases for safety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Monitoring and Observability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Application performance monitoring</a:t>
            </a:r>
          </a:p>
          <a:p>
            <a:pPr lvl="0"/>
            <a:r>
              <a:rPr lang="en-US" sz="2800"/>
              <a:t>Distributed tracing</a:t>
            </a:r>
          </a:p>
          <a:p>
            <a:pPr lvl="0"/>
            <a:r>
              <a:rPr lang="en-US" sz="2800"/>
              <a:t>Log aggregation</a:t>
            </a:r>
          </a:p>
          <a:p>
            <a:pPr lvl="0"/>
            <a:r>
              <a:rPr lang="en-US" sz="2800"/>
              <a:t>Metrics collection</a:t>
            </a:r>
          </a:p>
          <a:p>
            <a:pPr lvl="0"/>
            <a:r>
              <a:rPr lang="en-US" sz="2800"/>
              <a:t>Alert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Security Best Practices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API authentication and authorization</a:t>
            </a:r>
          </a:p>
          <a:p>
            <a:pPr lvl="0"/>
            <a:r>
              <a:rPr lang="en-US" sz="2800"/>
              <a:t>Encryption in transit and at rest</a:t>
            </a:r>
          </a:p>
          <a:p>
            <a:pPr lvl="0"/>
            <a:r>
              <a:rPr lang="en-US" sz="2800"/>
              <a:t>Regular security audits</a:t>
            </a:r>
          </a:p>
          <a:p>
            <a:pPr lvl="0"/>
            <a:r>
              <a:rPr lang="en-US" sz="2800"/>
              <a:t>Dependency vulnerability scanning</a:t>
            </a:r>
          </a:p>
          <a:p>
            <a:pPr lvl="0"/>
            <a:r>
              <a:rPr lang="en-US" sz="2800"/>
              <a:t>Rate limiting and DDoS protection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Cost Optimization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Right-sizing infrastructure</a:t>
            </a:r>
          </a:p>
          <a:p>
            <a:pPr lvl="0"/>
            <a:r>
              <a:rPr lang="en-US" sz="2800"/>
              <a:t>Auto-scaling policies</a:t>
            </a:r>
          </a:p>
          <a:p>
            <a:pPr lvl="0"/>
            <a:r>
              <a:rPr lang="en-US" sz="2800"/>
              <a:t>Reserved instances</a:t>
            </a:r>
          </a:p>
          <a:p>
            <a:pPr lvl="0"/>
            <a:r>
              <a:rPr lang="en-US" sz="2800"/>
              <a:t>Spot instances for non-critical workloads</a:t>
            </a:r>
          </a:p>
          <a:p>
            <a:pPr lvl="0"/>
            <a:r>
              <a:rPr lang="en-US" sz="2800"/>
              <a:t>Regular cost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Conclusion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Design for scalability from start</a:t>
            </a:r>
          </a:p>
          <a:p>
            <a:pPr lvl="0"/>
            <a:r>
              <a:rPr lang="en-US" sz="2800"/>
              <a:t>Monitor and optimize continuously</a:t>
            </a:r>
          </a:p>
          <a:p>
            <a:pPr lvl="0"/>
            <a:r>
              <a:rPr lang="en-US" sz="2800"/>
              <a:t>Invest in automation</a:t>
            </a:r>
          </a:p>
          <a:p>
            <a:pPr lvl="0"/>
            <a:r>
              <a:rPr lang="en-US" sz="2800"/>
              <a:t>Plan for growth</a:t>
            </a:r>
          </a:p>
          <a:p>
            <a:pPr lvl="0"/>
            <a:r>
              <a:rPr lang="en-US" sz="2800"/>
              <a:t>Security is not optional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12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Scalable Web Applications</dc:title>
  <dc:creator>PPTX Generator</dc:creator>
  <cp:lastModifiedBy>PPTX Generator</cp:lastModifiedBy>
  <cp:revision>1</cp:revision>
</cp:coreProperties>
</file>