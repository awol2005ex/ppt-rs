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Simple 2x2 Table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Table with basic structure</a:t>
            </a:r>
          </a:p>
          <a:p>
            <a:pPr lvl="0"/>
            <a:r>
              <a:rPr lang="en-US" sz="2800" b="0" i="0"/>
              <a:t>Headers and data rows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Table Data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500000" y="1500000"/>
          <a:ext cx="4000000" cy="1200000"/>
        </p:xfrm>
        <a:graphic>
          <a:graphicData uri="http://schemas.openxmlformats.org/drawingml/2006/table">
            <a:tbl>
              <a:tblPr firstRow="1" bandHVals="1"/>
              <a:tblGrid>
                <a:gridCol w="2000000"/>
                <a:gridCol w="2000000"/>
              </a:tblGrid>
              <a:tr h="400000"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Name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Age</a:t>
                      </a:r>
                    </a:p>
                  </a:txBody>
                </a:tc>
              </a:tr>
              <a:tr h="400000"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Alice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30</a:t>
                      </a:r>
                    </a:p>
                  </a:txBody>
                </a:tc>
              </a:tr>
              <a:tr h="400000"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Bob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25</a:t>
                      </a:r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 Generator</Application>
  <PresentationFormat>On-screen Show (4:3)</PresentationFormat>
  <Paragraphs>0</Paragraphs>
  <Slides>2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Table</dc:title>
  <dc:creator>PPTX Generator</dc:creator>
  <cp:lastModifiedBy>PPTX Generator</cp:lastModifiedBy>
  <cp:revision>1</cp:revision>
</cp:coreProperties>
</file>