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003366"/>
                </a:solidFill>
              </a:rPr>
              <a:t>Styled Table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Table with formatting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People Data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5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003366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Name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003366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Age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003366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City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Alice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30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NYC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Bob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28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LA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Carol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35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Chicago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Styled Table</dc:title>
  <dc:creator>PPTX Generator</dc:creator>
  <cp:lastModifiedBy>PPTX Generator</cp:lastModifiedBy>
  <cp:revision>1</cp:revision>
</cp:coreProperties>
</file>