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800" b="1" i="0"/>
              <a:t>Sales Data Table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Quarterly sales figures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Q1 2025 Sales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500000"/>
          <a:ext cx="5500000" cy="16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Product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Revenue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Growth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Product A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$100K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+15%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Product B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$150K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+22%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Product C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$200K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+18%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Summary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1" i="0"/>
              <a:t>Total Revenue: $450K</a:t>
            </a:r>
          </a:p>
          <a:p>
            <a:pPr lvl="0"/>
            <a:r>
              <a:rPr lang="en-US" sz="2800" b="1" i="0"/>
              <a:t>Average Growth: +18.3%</a:t>
            </a:r>
          </a:p>
          <a:p>
            <a:pPr lvl="0"/>
            <a:r>
              <a:rPr lang="en-US" sz="2800" b="1" i="0"/>
              <a:t>Best Performer: Product 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 Generator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Sales Data</dc:title>
  <dc:creator>PPTX Generator</dc:creator>
  <cp:lastModifiedBy>PPTX Generator</cp:lastModifiedBy>
  <cp:revision>1</cp:revision>
</cp:coreProperties>
</file>