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Multiple Tables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Slide with multiple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Table 1: Employees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500000"/>
          <a:ext cx="5000000" cy="1600000"/>
        </p:xfrm>
        <a:graphic>
          <a:graphicData uri="http://schemas.openxmlformats.org/drawingml/2006/table">
            <a:tbl>
              <a:tblPr firstRow="1" bandHVals="1"/>
              <a:tblGrid>
                <a:gridCol w="1000000"/>
                <a:gridCol w="2000000"/>
                <a:gridCol w="2000000"/>
              </a:tblGrid>
              <a:tr h="400000"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ID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Name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Department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001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Alice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Engineering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002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Bob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Sales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003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Carol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Marketing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Table 2: Projects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500000"/>
          <a:ext cx="5500000" cy="1600000"/>
        </p:xfrm>
        <a:graphic>
          <a:graphicData uri="http://schemas.openxmlformats.org/drawingml/2006/table">
            <a:tbl>
              <a:tblPr firstRow="1" bandHVals="1"/>
              <a:tblGrid>
                <a:gridCol w="2000000"/>
                <a:gridCol w="2000000"/>
                <a:gridCol w="1500000"/>
              </a:tblGrid>
              <a:tr h="400000">
                <a:tc>
                  <a:tcPr marL="91440" marR="91440" marT="45720" marB="45720" anchor="ctr" anchorCtr="0">
                    <a:solidFill>
                      <a:srgbClr val="003366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Project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003366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Status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003366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Owner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Project A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In Progress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Alice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Project B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Completed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Bob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Project C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Planning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Carol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Summary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Total Employees: 3</a:t>
            </a:r>
          </a:p>
          <a:p>
            <a:pPr lvl="0"/>
            <a:r>
              <a:rPr lang="en-US" sz="2800" b="0" i="0"/>
              <a:t>Active Projects: 3</a:t>
            </a:r>
          </a:p>
          <a:p>
            <a:pPr lvl="0"/>
            <a:r>
              <a:rPr lang="en-US" sz="2800" b="0" i="0"/>
              <a:t>Completion Rate: 33%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Tables</dc:title>
  <dc:creator>PPTX Generator</dc:creator>
  <cp:lastModifiedBy>PPTX Generator</cp:lastModifiedBy>
  <cp:revision>1</cp:revision>
</cp:coreProperties>
</file>